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8" r:id="rId3"/>
    <p:sldId id="256" r:id="rId4"/>
    <p:sldId id="257" r:id="rId5"/>
    <p:sldId id="260" r:id="rId6"/>
    <p:sldId id="271" r:id="rId7"/>
    <p:sldId id="288" r:id="rId8"/>
    <p:sldId id="289" r:id="rId9"/>
    <p:sldId id="291" r:id="rId10"/>
    <p:sldId id="29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055"/>
    <p:restoredTop sz="96110"/>
  </p:normalViewPr>
  <p:slideViewPr>
    <p:cSldViewPr showGuides="1">
      <p:cViewPr>
        <p:scale>
          <a:sx n="49" d="100"/>
          <a:sy n="49" d="100"/>
        </p:scale>
        <p:origin x="2232" y="17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F383D-EA04-2042-8CE4-3BC464B82ED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BD49C-78E3-CE45-AB9F-6A6E6CC466E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00" y="441782"/>
            <a:ext cx="10031349" cy="5974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6728" y="764704"/>
            <a:ext cx="13364804" cy="5506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AutoShape 2" descr="图片预览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68" y="-29542"/>
            <a:ext cx="11377264" cy="71264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204864"/>
            <a:ext cx="8534400" cy="1728192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/>
              <a:t>一个汽车成本与供应链领域的本体驱动经营分析 </a:t>
            </a:r>
            <a:r>
              <a:rPr lang="en-GB" altLang="zh-CN" sz="2400" dirty="0"/>
              <a:t>Agent </a:t>
            </a:r>
            <a:r>
              <a:rPr lang="zh-CN" altLang="en-US" sz="2400" dirty="0"/>
              <a:t>原型。它将自然语言问题转换为受本体约束的知识图谱查询，对车型毛利、</a:t>
            </a:r>
            <a:r>
              <a:rPr lang="en-GB" altLang="zh-CN" sz="2400" dirty="0"/>
              <a:t>BOM</a:t>
            </a:r>
            <a:r>
              <a:rPr lang="zh-CN" altLang="en-GB" sz="2400" dirty="0"/>
              <a:t>、</a:t>
            </a:r>
            <a:r>
              <a:rPr lang="zh-CN" altLang="en-US" sz="2400" dirty="0"/>
              <a:t>零件成本、供应商调价和原材料指数进行跨域关联分析，并输出带来源、路径、反证与证据缺口的可审计解释。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328" y="116633"/>
            <a:ext cx="7704856" cy="864095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1" lang="zh-CN" alt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理解问题：</a:t>
            </a:r>
            <a:r>
              <a:rPr kumimoji="1" lang="en-US" altLang="zh-C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LLM</a:t>
            </a:r>
            <a:r>
              <a:rPr kumimoji="1" lang="zh-CN" alt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做语义理解</a:t>
            </a:r>
            <a:endParaRPr kumimoji="1"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672" y="1429949"/>
            <a:ext cx="8640960" cy="4519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336" y="73442"/>
            <a:ext cx="8928992" cy="864095"/>
          </a:xfrm>
        </p:spPr>
        <p:txBody>
          <a:bodyPr>
            <a:normAutofit fontScale="90000"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1" lang="zh-CN" alt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查找关系：</a:t>
            </a:r>
            <a:r>
              <a:rPr kumimoji="1" lang="en-GB" altLang="zh-C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 </a:t>
            </a:r>
            <a:r>
              <a:rPr kumimoji="1" lang="zh-CN" alt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基于数据模型规划路径</a:t>
            </a:r>
            <a:endParaRPr kumimoji="1"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720" y="1304667"/>
            <a:ext cx="7817544" cy="4248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328" y="116633"/>
            <a:ext cx="10225136" cy="864095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1"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查询数据：只查当前数据源能证明的内容</a:t>
            </a:r>
            <a:endParaRPr kumimoji="1" lang="zh-CN" alt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656" y="1556792"/>
            <a:ext cx="8387512" cy="41358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328" y="116633"/>
            <a:ext cx="10225136" cy="864095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1" lang="zh-CN" alt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整理依据：</a:t>
            </a:r>
            <a:r>
              <a:rPr kumimoji="1" lang="en-GB" altLang="zh-CN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 </a:t>
            </a:r>
            <a:r>
              <a:rPr kumimoji="1" lang="zh-CN" alt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判断证据强弱</a:t>
            </a:r>
            <a:endParaRPr kumimoji="1" lang="zh-CN" alt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80" y="1124744"/>
            <a:ext cx="8265365" cy="4896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328" y="116633"/>
            <a:ext cx="9577064" cy="864095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1" lang="zh-CN" alt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生成回答：</a:t>
            </a:r>
            <a:r>
              <a:rPr kumimoji="1" lang="en-GB" altLang="zh-CN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LLM </a:t>
            </a:r>
            <a:r>
              <a:rPr kumimoji="1" lang="zh-CN" alt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负责表达，但不能越界</a:t>
            </a:r>
            <a:endParaRPr kumimoji="1" lang="zh-CN" alt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640" y="1268760"/>
            <a:ext cx="8843082" cy="481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WPS 演示</Application>
  <PresentationFormat>宽屏</PresentationFormat>
  <Paragraphs>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理解问题：LLM做语义理解</vt:lpstr>
      <vt:lpstr>查找关系：Agent 基于数据模型规划路径</vt:lpstr>
      <vt:lpstr>查询数据：只查当前数据源能证明的内容</vt:lpstr>
      <vt:lpstr>整理依据：Agent 判断证据强弱</vt:lpstr>
      <vt:lpstr>生成回答：LLM 负责表达，但不能越界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iboysoft-zhaobin</dc:creator>
  <cp:lastModifiedBy>阳光</cp:lastModifiedBy>
  <cp:revision>23</cp:revision>
  <dcterms:created xsi:type="dcterms:W3CDTF">2021-12-02T01:34:00Z</dcterms:created>
  <dcterms:modified xsi:type="dcterms:W3CDTF">2026-08-20T07:03:02Z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0CC08A99FCEA4882A3F19A716F9CAC48_13</vt:lpwstr>
  </property>
  <property fmtid="{D5CDD505-2E9C-101B-9397-08002B2CF9AE}" pid="3" name="KSOProductBuildVer">
    <vt:lpwstr>2052-12.1.0.16412</vt:lpwstr>
  </property>
</Properties>
</file>